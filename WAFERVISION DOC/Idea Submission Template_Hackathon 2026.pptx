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0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3.jpe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13.jpe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13.jpe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2327" r="12327"/>
          <a:stretch/>
        </p:blipFill>
        <p:spPr>
          <a:xfrm>
            <a:off x="0" y="0"/>
            <a:ext cx="12191695" cy="72923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571500" y="2394815"/>
            <a:ext cx="11048695" cy="4362602"/>
          </a:xfrm>
          <a:prstGeom prst="roundRect">
            <a:avLst>
              <a:gd name="adj" fmla="val 7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AEFF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61949" y="3439058"/>
            <a:ext cx="10267798" cy="9144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961949" y="5721401"/>
            <a:ext cx="10267798" cy="875995"/>
          </a:xfrm>
          <a:prstGeom prst="rect">
            <a:avLst/>
          </a:prstGeom>
          <a:solidFill>
            <a:srgbClr val="27338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961949" y="5721401"/>
            <a:ext cx="38405" cy="875995"/>
          </a:xfrm>
          <a:prstGeom prst="rect">
            <a:avLst/>
          </a:prstGeom>
          <a:solidFill>
            <a:srgbClr val="AEFF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3902659" y="7321601"/>
            <a:ext cx="123444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1429207"/>
            <a:ext cx="62298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2018995"/>
            <a:ext cx="40910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Submission Template</a:t>
            </a:r>
            <a:endParaRPr lang="en-US" sz="2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047695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04849" y="3010205"/>
            <a:ext cx="6336922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</a:t>
            </a: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(Remove this slide while submitting)</a:t>
            </a:r>
            <a:endParaRPr lang="en-US" sz="1800" i="1" dirty="0"/>
          </a:p>
        </p:txBody>
      </p:sp>
      <p:sp>
        <p:nvSpPr>
          <p:cNvPr id="16" name="Text 9"/>
          <p:cNvSpPr txBox="1"/>
          <p:nvPr/>
        </p:nvSpPr>
        <p:spPr>
          <a:xfrm>
            <a:off x="1190549" y="5911596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NAMING CONVENTION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190549" y="6159398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EFF8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 Name_PSNo (E.g. i4C_PS01)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3674059" y="7216445"/>
            <a:ext cx="4848149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4102913" y="7292340"/>
            <a:ext cx="4291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THIS SLIDE FOR INSTRUCTIONS IN FINAL SUBMISSION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961948" y="4286354"/>
            <a:ext cx="10267798" cy="134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the solution document as per this template, feel free to modify layouts while keeping core content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Kindly keep the maximum slides limit up to six (6-7). ( Including the title slide)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to avoid paragraphs and post your idea in points /diagrams / Infographics /pictures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only use provided template for making the PPT without changing the idea details pointers (mentioned in previous slides).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save the file in PDF and upload the same on portal. No PPT, Word Doc or any other format will be supported.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234F-3583-BFF9-C279-17614D0CF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511607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en-IN" dirty="0" err="1"/>
              <a:t>Eawari</a:t>
            </a:r>
            <a:r>
              <a:rPr lang="en-IN" dirty="0"/>
              <a:t> Engineering College</a:t>
            </a:r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Team Name Here...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251072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Ramakrishnan K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2510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Sanjay Kumar S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Sam Antony S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Praveen G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+91 9600522059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2838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ramakrishnan1271@gmail.com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262579"/>
            <a:ext cx="706061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rgbClr val="00B050"/>
                </a:solidFill>
              </a:rPr>
              <a:t>AI-Based Restoration of Degraded Images for Semiconductor Inspection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373160" cy="1794054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1151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&gt;Noise and lower spatial resolution can mar images of semiconductors.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&gt;Degradation may cause the loss of valuable visual information used during wafer inspection.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&gt;The challenge is to restore degraded images and recover clear, high quality wafer images.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&gt;Two of our solution consists of acquiring the mapping between a degraded image and a clean ground-truth image by learning the mapping using deep learning.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 err="1">
                <a:solidFill>
                  <a:schemeClr val="tx2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WaferVision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876452" y="206380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76248" y="225994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6452" y="2747315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WaferVision</a:t>
            </a: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an image restoration system based on AI that restores clearer high-quality wafer inspection images from degraded inputs through deep learning.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03151" y="3395166"/>
            <a:ext cx="10326596" cy="1143001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2"/>
          <p:cNvSpPr txBox="1"/>
          <p:nvPr/>
        </p:nvSpPr>
        <p:spPr>
          <a:xfrm>
            <a:off x="1076248" y="3442969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076248" y="3709060"/>
            <a:ext cx="7677302" cy="70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Image-to-image paired learning (</a:t>
            </a:r>
            <a:r>
              <a:rPr lang="en-US" sz="1200" dirty="0" err="1">
                <a:solidFill>
                  <a:schemeClr val="bg1"/>
                </a:solidFill>
              </a:rPr>
              <a:t>NoisyLR</a:t>
            </a:r>
            <a:r>
              <a:rPr lang="en-US" sz="1200" dirty="0">
                <a:solidFill>
                  <a:schemeClr val="bg1"/>
                </a:solidFill>
              </a:rPr>
              <a:t> images and Ground Truth images).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Compact CNN with residual learning for effective feature restoration.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2× image restoration from 128×128 input to 256×256 output.</a:t>
            </a:r>
          </a:p>
        </p:txBody>
      </p:sp>
      <p:sp>
        <p:nvSpPr>
          <p:cNvPr id="20" name="Shape 14"/>
          <p:cNvSpPr/>
          <p:nvPr/>
        </p:nvSpPr>
        <p:spPr>
          <a:xfrm>
            <a:off x="900277" y="4671780"/>
            <a:ext cx="10329470" cy="1254101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1" y="47565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4695617"/>
            <a:ext cx="9862356" cy="120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chemeClr val="bg1"/>
                </a:solidFill>
              </a:rPr>
              <a:t>WaferVision</a:t>
            </a:r>
            <a:r>
              <a:rPr lang="en-US" sz="1200" dirty="0">
                <a:solidFill>
                  <a:schemeClr val="bg1"/>
                </a:solidFill>
              </a:rPr>
              <a:t> receives the image of a degraded wafer, and applies a trained deep-learning model to improve the image quality. The model is trained on the pair of degraded and ground-truth images, and it can correct the degradation of the image and improve its spatial resolution from 128×128 to 256×256. The restored image is then beamed on an interactive </a:t>
            </a:r>
            <a:r>
              <a:rPr lang="en-US" sz="1200" dirty="0" err="1">
                <a:solidFill>
                  <a:schemeClr val="bg1"/>
                </a:solidFill>
              </a:rPr>
              <a:t>Streamlit</a:t>
            </a:r>
            <a:r>
              <a:rPr lang="en-US" sz="1200" dirty="0">
                <a:solidFill>
                  <a:schemeClr val="bg1"/>
                </a:solidFill>
              </a:rPr>
              <a:t> interface to be inspected and compared.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–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WaferVision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Architecture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 err="1">
                <a:solidFill>
                  <a:srgbClr val="92D050"/>
                </a:solidFill>
              </a:rPr>
              <a:t>WaferVision</a:t>
            </a:r>
            <a:r>
              <a:rPr lang="en-IN" dirty="0">
                <a:solidFill>
                  <a:srgbClr val="92D050"/>
                </a:solidFill>
              </a:rPr>
              <a:t> uses a deep-learning-based image restoration pipeline to remove degradation and recover high-quality wafer inspection images.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3983127"/>
            <a:ext cx="10267798" cy="2089869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088283"/>
            <a:ext cx="9934042" cy="1898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2">
                    <a:lumMod val="75000"/>
                  </a:schemeClr>
                </a:solidFill>
              </a:rPr>
              <a:t>The proposed system employs a small CNN with residual learning, which is trained with a pair of degraded and original wafer images. The network is a combination of extracting features in the image, recovering the degraded information with residual blocks, and performing 2× up sampling to produce a 256×256 image from a 128×128 image. A </a:t>
            </a:r>
            <a:r>
              <a:rPr lang="en-US" sz="1300" dirty="0" err="1">
                <a:solidFill>
                  <a:schemeClr val="bg2">
                    <a:lumMod val="75000"/>
                  </a:schemeClr>
                </a:solidFill>
              </a:rPr>
              <a:t>Streamlit</a:t>
            </a:r>
            <a:r>
              <a:rPr lang="en-US" sz="1300" dirty="0">
                <a:solidFill>
                  <a:schemeClr val="bg2">
                    <a:lumMod val="75000"/>
                  </a:schemeClr>
                </a:solidFill>
              </a:rPr>
              <a:t> application has been developed to integrate the model into application for real-time visualization and image-quality evaluation based on PSNR and SSIM.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19447" cy="2288329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1" y="3983127"/>
            <a:ext cx="4714647" cy="1967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Wafer image restoration based on deep learning super-resolution network using AI.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proposed system learns to recover degraded semiconductor inspection images by denoising and recovering fine-spatial details. In a residual learning architecture, feature extraction, residual blocks and 2× super-resolution, high-quality wafer images are reconstructed from degraded images.</a:t>
            </a:r>
          </a:p>
        </p:txBody>
      </p:sp>
      <p:sp>
        <p:nvSpPr>
          <p:cNvPr id="20" name="Shape 14"/>
          <p:cNvSpPr/>
          <p:nvPr/>
        </p:nvSpPr>
        <p:spPr>
          <a:xfrm>
            <a:off x="6210604" y="3845052"/>
            <a:ext cx="5219395" cy="2253082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8" y="3662328"/>
            <a:ext cx="4886553" cy="228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system offers actual image quality enhancement and retains a practical inference speed. The model had an average PSNR of 25.2350 dB, an average SSIM of 0.9328 and an average inference time of 50.56 </a:t>
            </a:r>
            <a:r>
              <a:rPr lang="en-US" sz="1200" dirty="0" err="1">
                <a:solidFill>
                  <a:schemeClr val="bg2">
                    <a:lumMod val="75000"/>
                  </a:schemeClr>
                </a:solidFill>
              </a:rPr>
              <a:t>ms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(~19.78 FPS) on 3,200 test images, showcasing a working and scalable semiconductor inspection restoration pipeline.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6121" y="3141878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rgbClr val="92D050"/>
                </a:solidFill>
              </a:rPr>
              <a:t>Our solution improves the quality of degraded semiconductor inspection images by reducing noise and recovering important image details, enabling clearer and more reliable wafer inspection.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200883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48917" y="4408125"/>
            <a:ext cx="4780789" cy="128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The image restoration method based on AI enhances degraded semiconductor inspection images, which can be used to visualize images with reduced noise and defect details. The solution offers end-to-end restoration workflow and realistic inference speed.</a:t>
            </a:r>
          </a:p>
        </p:txBody>
      </p:sp>
      <p:sp>
        <p:nvSpPr>
          <p:cNvPr id="21" name="Shape 14"/>
          <p:cNvSpPr/>
          <p:nvPr/>
        </p:nvSpPr>
        <p:spPr>
          <a:xfrm>
            <a:off x="6260930" y="4210811"/>
            <a:ext cx="5020056" cy="200883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517447" y="4349335"/>
            <a:ext cx="4645221" cy="175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3,200 images tested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PSNR: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25.2350 dB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SSIM: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0.9328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inference time: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50.56 </a:t>
            </a:r>
            <a:r>
              <a:rPr lang="en-IN" sz="1000" dirty="0" err="1">
                <a:solidFill>
                  <a:schemeClr val="bg2">
                    <a:lumMod val="75000"/>
                  </a:schemeClr>
                </a:solidFill>
              </a:rPr>
              <a:t>ms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/image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Approx. throughput: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19.78 FPS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{Provide a detailed breakdown of your technical stack (Hardware/Software), architectural approach, and feasibility analysis here.}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GitHub / Source Code Link here}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Video Link here showing simulation or working prototype}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{Detail your research findings, theoretical basis, or methodology here...}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1: Title of Paper/Article - Source/URL}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2: Title of Paper/Article - Source/URL}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3: Title of Paper/Article - Source/URL}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978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Ramakrishnan K</cp:lastModifiedBy>
  <cp:revision>3</cp:revision>
  <dcterms:created xsi:type="dcterms:W3CDTF">2026-01-15T05:38:47Z</dcterms:created>
  <dcterms:modified xsi:type="dcterms:W3CDTF">2026-08-13T03:11:14Z</dcterms:modified>
</cp:coreProperties>
</file>